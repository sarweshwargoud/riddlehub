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70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EB75F-CA6C-0104-428E-156DC9ADEA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6A88AC-E4AA-9F31-C524-79A6F8482F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7D59C8-F7BE-8DEB-CA20-30F7773B2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CDD39-1C83-4578-9CB8-19F0C5D01FB7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99E7D8-0063-40FB-5CBB-CB39BBCE1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7FFEA9-692C-0F5E-836B-B6860FDB9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00994-8124-4374-A3F3-092056DFB3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8556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2BEE0-C59D-4E47-E447-0901B2D4B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88D97-7609-1482-5788-C455877C05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E2FED6-2F5E-4139-4B7F-6E3C9D770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CDD39-1C83-4578-9CB8-19F0C5D01FB7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D4CC73-C892-788B-6A80-04A86A805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BDDD44-9E13-F067-B4C8-7645AF3C4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00994-8124-4374-A3F3-092056DFB3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080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4EC91-1372-6231-610F-7E2A9A6F5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F1B408-A8F8-431F-C8E3-A9E8F3EBE5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ED807-70D9-4780-D578-CCD4BD9BC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CDD39-1C83-4578-9CB8-19F0C5D01FB7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F46B6F-659A-E321-BE66-9835A2848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6B017-3E74-B468-D6B0-A103210FF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00994-8124-4374-A3F3-092056DFB3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578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77420-5F66-9A30-2E6A-987134829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E3C68-0659-7D61-0E90-1651302446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8E3C9D-F563-D397-02BF-5AB4933A9E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79AC82-4108-70A1-A25A-043516862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CDD39-1C83-4578-9CB8-19F0C5D01FB7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656728-A605-593E-A7AC-F2E94AA9E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F9B8C3-8634-781A-22A2-38F1E5B11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00994-8124-4374-A3F3-092056DFB3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478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1D74E-BF71-06F7-11E5-9B3C17D8D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6D84AE-2D06-7CE0-9219-4206EC277A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41364A-93F7-BD10-86FC-3FF6D20580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D5C1A6-D888-433C-528A-BCB73539CD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09D814-212D-57B4-A6E2-C955D6CE85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44FFA5-F53B-83BE-1748-ADAF32950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CDD39-1C83-4578-9CB8-19F0C5D01FB7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AECD0B-078A-2362-20CA-78E13B1DF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12E6D0-B3E0-6969-C3BF-9044935BA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00994-8124-4374-A3F3-092056DFB3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068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7448E-7613-C8A7-329C-EC668313C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62DB93-89A9-FE23-4A72-E9BFCE5F9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CDD39-1C83-4578-9CB8-19F0C5D01FB7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21FB0F-C45D-821E-2F83-A99DBE8F6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488CF0-A5E7-65E3-FE3F-D443349FD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00994-8124-4374-A3F3-092056DFB3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2540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9706E9-9194-53C2-680C-490016239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CDD39-1C83-4578-9CB8-19F0C5D01FB7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9762E3-B53D-1CE4-8B0A-A7C93757D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4D38E2-9ACD-1ACA-11FF-EF955126F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00994-8124-4374-A3F3-092056DFB3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5816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B119A-8585-E9D0-6F50-561790910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6B08F-96C5-7BA1-9428-DAABE27AA8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A2D4CB-1F78-D8E5-B1C6-A6DC5739EE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3ABE7F-A7F8-529C-B89A-A3A9C5554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CDD39-1C83-4578-9CB8-19F0C5D01FB7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A747AB-4B8E-7BBE-3233-D6CC4F978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AB39BE-F3A3-5723-70C9-87C253C5D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00994-8124-4374-A3F3-092056DFB3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9172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B5684-9B70-E1A2-786C-AA2C61390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6E95D2-6544-05A1-F295-51EF74CA73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EFDD24-738C-5AC9-A456-35FBE6ADA1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B8A9F5-1E29-9181-D6CC-82E59E378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CDD39-1C83-4578-9CB8-19F0C5D01FB7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B687C2-249D-80F5-82D8-361F7A246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5B5C7C-1F48-D3B7-169C-16A0E6AB2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00994-8124-4374-A3F3-092056DFB3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6165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C1913-2587-CDFC-485B-096CC8231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48D8B6-BE12-2AF7-D148-D4459A0159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A4A3C-09E3-55B9-A53C-AD25A2FB2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CDD39-1C83-4578-9CB8-19F0C5D01FB7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C57E55-8133-ED09-1457-57286C422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1752A-F25A-ADB2-A4DC-8C7779635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00994-8124-4374-A3F3-092056DFB3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7545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34958C-50A1-CFFC-E78E-2B970E0C8B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F80BE2-E111-DAA2-F634-520D27B953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7E1AC2-A7ED-E541-493F-C0CBD3455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CDD39-1C83-4578-9CB8-19F0C5D01FB7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3C7C89-BEA6-46CC-E842-4D056181D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85F0D-A648-5777-368A-195D10A31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00994-8124-4374-A3F3-092056DFB3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4752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3ABAC9-CE6A-9320-0419-36C55417D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1F77D0-C4B9-AE96-E615-FC8C6AA4DE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0346AB-71DC-D314-7053-4AFF833875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ECDD39-1C83-4578-9CB8-19F0C5D01FB7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CC63B-0A4E-AFF8-9856-38D60AA900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505474-EDEF-203C-D922-796B4B5653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000994-8124-4374-A3F3-092056DFB3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3158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70607-9ECA-CAB1-BEA3-35FAA13B67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471" y="1337188"/>
            <a:ext cx="11405419" cy="975032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da-DK" sz="4000" dirty="0"/>
              <a:t>🧠 RiddleHub – Social Puzzle Platform</a:t>
            </a:r>
            <a:br>
              <a:rPr lang="da-DK" sz="4000" dirty="0"/>
            </a:br>
            <a:r>
              <a:rPr lang="en-US" sz="2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Android App with Firebase Integration</a:t>
            </a:r>
            <a:endParaRPr lang="en-IN" sz="22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8A621E-1A62-BCC4-1961-C528E349F9F7}"/>
              </a:ext>
            </a:extLst>
          </p:cNvPr>
          <p:cNvSpPr txBox="1"/>
          <p:nvPr/>
        </p:nvSpPr>
        <p:spPr>
          <a:xfrm>
            <a:off x="7983793" y="4752258"/>
            <a:ext cx="384441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Presented by:</a:t>
            </a:r>
            <a:br>
              <a:rPr lang="en-US" dirty="0"/>
            </a:br>
            <a:r>
              <a:rPr lang="en-US" dirty="0"/>
              <a:t>Sarweshwar Buddolla</a:t>
            </a:r>
            <a:br>
              <a:rPr lang="en-US" dirty="0"/>
            </a:br>
            <a:r>
              <a:rPr lang="en-US" dirty="0"/>
              <a:t>Android Development Internship</a:t>
            </a:r>
          </a:p>
          <a:p>
            <a:r>
              <a:rPr lang="en-US" dirty="0"/>
              <a:t>Apex Planet </a:t>
            </a:r>
            <a:r>
              <a:rPr lang="en-US" dirty="0" err="1"/>
              <a:t>Intership</a:t>
            </a:r>
            <a:endParaRPr lang="en-IN" dirty="0"/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93264698-CBA6-90F8-009B-CBF0A1E7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880" y="2664541"/>
            <a:ext cx="2844262" cy="3613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27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AE56C-1D1A-3AAE-959B-62356F775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accent2"/>
                </a:solidFill>
              </a:rPr>
              <a:t>INTRODUCTION</a:t>
            </a:r>
            <a:endParaRPr lang="en-IN" sz="4000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BF9CF-1ABB-AC14-31D0-F4DA8D8D5E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err="1"/>
              <a:t>RiddleHub</a:t>
            </a:r>
            <a:r>
              <a:rPr lang="en-US" dirty="0"/>
              <a:t> is a modern Android social application designed to create an interactive puzzle-solving community.</a:t>
            </a:r>
          </a:p>
          <a:p>
            <a:r>
              <a:rPr lang="en-US" dirty="0"/>
              <a:t>The app allows users to:</a:t>
            </a:r>
          </a:p>
          <a:p>
            <a:r>
              <a:rPr lang="en-US" dirty="0"/>
              <a:t>Post riddles and puzzle questions</a:t>
            </a:r>
          </a:p>
          <a:p>
            <a:r>
              <a:rPr lang="en-US" dirty="0"/>
              <a:t>Add optional hints</a:t>
            </a:r>
          </a:p>
          <a:p>
            <a:r>
              <a:rPr lang="en-US" dirty="0"/>
              <a:t>Set difficulty levels</a:t>
            </a:r>
          </a:p>
          <a:p>
            <a:r>
              <a:rPr lang="en-US" dirty="0"/>
              <a:t>Like and comment on puzzles</a:t>
            </a:r>
          </a:p>
          <a:p>
            <a:r>
              <a:rPr lang="en-US" dirty="0"/>
              <a:t>Follow other users</a:t>
            </a:r>
          </a:p>
          <a:p>
            <a:pPr marL="0" indent="0">
              <a:buNone/>
            </a:pPr>
            <a:r>
              <a:rPr lang="en-US" dirty="0"/>
              <a:t>It combines social interaction with brain-training challenges using a real-time cloud backend powered by Firebase.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2274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6A0C1-223F-97CC-0670-0778AEED6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accent2"/>
                </a:solidFill>
              </a:rPr>
              <a:t>PROBLEM STATEMENT</a:t>
            </a:r>
            <a:endParaRPr lang="en-IN" sz="4000" dirty="0">
              <a:solidFill>
                <a:schemeClr val="accent2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3C9D577-C3FC-4DFD-5903-A9DC0241F1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881372"/>
            <a:ext cx="8733481" cy="2239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dedicated platform focused only on riddles &amp; brain puzzles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interactive social puzzle communities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real-time engagement in traditional puzzle apps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structured difficulty &amp; hint system</a:t>
            </a:r>
          </a:p>
        </p:txBody>
      </p:sp>
    </p:spTree>
    <p:extLst>
      <p:ext uri="{BB962C8B-B14F-4D97-AF65-F5344CB8AC3E}">
        <p14:creationId xmlns:p14="http://schemas.microsoft.com/office/powerpoint/2010/main" val="1826065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BE1BE-237E-516F-4128-1680C5F0C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accent2"/>
                </a:solidFill>
              </a:rPr>
              <a:t>PROPOSED SOLUTION</a:t>
            </a:r>
            <a:endParaRPr lang="en-IN" sz="4000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ACB92-6063-A15B-08E7-16BA23C347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RiddleHub</a:t>
            </a:r>
            <a:r>
              <a:rPr lang="en-US" dirty="0"/>
              <a:t> provides:</a:t>
            </a:r>
          </a:p>
          <a:p>
            <a:r>
              <a:rPr lang="en-US" dirty="0"/>
              <a:t>Real-time puzzle feed</a:t>
            </a:r>
          </a:p>
          <a:p>
            <a:r>
              <a:rPr lang="en-US" dirty="0"/>
              <a:t>Social interaction system (likes, comments, follow)</a:t>
            </a:r>
          </a:p>
          <a:p>
            <a:r>
              <a:rPr lang="en-US" dirty="0"/>
              <a:t>Difficulty rating</a:t>
            </a:r>
          </a:p>
          <a:p>
            <a:r>
              <a:rPr lang="en-US" dirty="0"/>
              <a:t>Optional hints</a:t>
            </a:r>
          </a:p>
          <a:p>
            <a:r>
              <a:rPr lang="en-US" dirty="0"/>
              <a:t>Secure authentication</a:t>
            </a:r>
          </a:p>
          <a:p>
            <a:r>
              <a:rPr lang="en-US" dirty="0"/>
              <a:t>Scalable cloud backend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9002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04A8D-E536-8BA0-F00B-F399F762D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accent2"/>
                </a:solidFill>
              </a:rPr>
              <a:t>SOFTWARE REQUIREMENTS</a:t>
            </a:r>
            <a:endParaRPr lang="en-IN" sz="4000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6A761-974D-979B-B899-E3114BCB37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/>
              <a:t>Development Environment</a:t>
            </a:r>
          </a:p>
          <a:p>
            <a:r>
              <a:rPr lang="en-IN" sz="2400" dirty="0"/>
              <a:t>Android Studio (Panda / latest stable version)</a:t>
            </a:r>
          </a:p>
          <a:p>
            <a:r>
              <a:rPr lang="en-IN" sz="2400" dirty="0"/>
              <a:t>JDK 11 or above</a:t>
            </a:r>
          </a:p>
          <a:p>
            <a:r>
              <a:rPr lang="en-IN" sz="2400" dirty="0"/>
              <a:t>Gradle Kotlin DSL</a:t>
            </a:r>
          </a:p>
          <a:p>
            <a:pPr marL="0" indent="0">
              <a:buNone/>
            </a:pPr>
            <a:r>
              <a:rPr lang="en-IN" sz="2400" b="1" dirty="0"/>
              <a:t>Programming Language</a:t>
            </a:r>
          </a:p>
          <a:p>
            <a:r>
              <a:rPr lang="en-IN" sz="2400" dirty="0"/>
              <a:t>Kotlin</a:t>
            </a:r>
          </a:p>
          <a:p>
            <a:pPr marL="0" indent="0">
              <a:buNone/>
            </a:pPr>
            <a:r>
              <a:rPr lang="en-IN" sz="2400" b="1" dirty="0"/>
              <a:t>Frameworks &amp; Libraries</a:t>
            </a:r>
          </a:p>
          <a:p>
            <a:r>
              <a:rPr lang="en-IN" sz="2400" dirty="0"/>
              <a:t>Jetpack Compose</a:t>
            </a:r>
          </a:p>
          <a:p>
            <a:r>
              <a:rPr lang="en-IN" sz="2400" dirty="0"/>
              <a:t>Navigation Compose</a:t>
            </a:r>
          </a:p>
          <a:p>
            <a:r>
              <a:rPr lang="en-IN" sz="2400" dirty="0"/>
              <a:t>Material 3</a:t>
            </a:r>
          </a:p>
          <a:p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2F249C-B87E-E7B2-30F6-EB6F2E757576}"/>
              </a:ext>
            </a:extLst>
          </p:cNvPr>
          <p:cNvSpPr txBox="1"/>
          <p:nvPr/>
        </p:nvSpPr>
        <p:spPr>
          <a:xfrm>
            <a:off x="7669162" y="1690688"/>
            <a:ext cx="4237703" cy="3363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/>
              <a:t>Backend Services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Firebase Authentication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Firebase </a:t>
            </a:r>
            <a:r>
              <a:rPr lang="en-IN" sz="2400" dirty="0" err="1"/>
              <a:t>Firestore</a:t>
            </a:r>
            <a:endParaRPr lang="en-IN" sz="2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Firebase Analytics</a:t>
            </a:r>
          </a:p>
          <a:p>
            <a:pPr>
              <a:lnSpc>
                <a:spcPct val="150000"/>
              </a:lnSpc>
            </a:pPr>
            <a:r>
              <a:rPr lang="en-IN" sz="2400" b="1" dirty="0"/>
              <a:t>Version Control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Git &amp; GitHub</a:t>
            </a:r>
          </a:p>
        </p:txBody>
      </p:sp>
    </p:spTree>
    <p:extLst>
      <p:ext uri="{BB962C8B-B14F-4D97-AF65-F5344CB8AC3E}">
        <p14:creationId xmlns:p14="http://schemas.microsoft.com/office/powerpoint/2010/main" val="2030281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23E1D-703E-95A7-505A-D47D20C57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accent2"/>
                </a:solidFill>
              </a:rPr>
              <a:t>HARDWARE REQUIREMENTS</a:t>
            </a:r>
            <a:endParaRPr lang="en-IN" sz="4000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A1D03-8DE4-45D8-6835-3C9A3092E8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Backend Services</a:t>
            </a:r>
          </a:p>
          <a:p>
            <a:r>
              <a:rPr lang="en-IN" dirty="0"/>
              <a:t>Firebase Authentication</a:t>
            </a:r>
          </a:p>
          <a:p>
            <a:r>
              <a:rPr lang="en-IN" dirty="0"/>
              <a:t>Firebase </a:t>
            </a:r>
            <a:r>
              <a:rPr lang="en-IN" dirty="0" err="1"/>
              <a:t>Firestore</a:t>
            </a:r>
            <a:endParaRPr lang="en-IN" dirty="0"/>
          </a:p>
          <a:p>
            <a:r>
              <a:rPr lang="en-IN" dirty="0"/>
              <a:t>Firebase Analytics</a:t>
            </a:r>
          </a:p>
          <a:p>
            <a:pPr marL="0" indent="0">
              <a:buNone/>
            </a:pPr>
            <a:r>
              <a:rPr lang="en-IN" b="1" dirty="0"/>
              <a:t>Version Control</a:t>
            </a:r>
          </a:p>
          <a:p>
            <a:r>
              <a:rPr lang="en-IN" dirty="0"/>
              <a:t>Git &amp; GitHub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5453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0ED73-0C46-262B-CD6E-4E52C014A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426" y="-254307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accent2"/>
                </a:solidFill>
              </a:rPr>
              <a:t>SYSTEM ARCHITECTURE</a:t>
            </a:r>
            <a:endParaRPr lang="en-IN" sz="4000" dirty="0">
              <a:solidFill>
                <a:schemeClr val="accent2"/>
              </a:solidFill>
            </a:endParaRP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7F3481DB-6721-9550-5889-AF5121F6B9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6387" y="825910"/>
            <a:ext cx="7403690" cy="5869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831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6C540-EE2E-5267-E301-8CE2EA55B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555" y="1019380"/>
            <a:ext cx="10515600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IN" sz="2000" b="1" dirty="0"/>
              <a:t>🟦 User Input Layer</a:t>
            </a:r>
          </a:p>
          <a:p>
            <a:pPr>
              <a:lnSpc>
                <a:spcPct val="170000"/>
              </a:lnSpc>
            </a:pPr>
            <a:r>
              <a:rPr lang="en-IN" sz="2000" dirty="0"/>
              <a:t>Handles all user interactions such as authentication, puzzle posting, likes, comments, and follow actions.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IN" sz="2000" b="1" dirty="0"/>
              <a:t>🟦 Android App Layer (Jetpack Compose UI)</a:t>
            </a:r>
          </a:p>
          <a:p>
            <a:pPr>
              <a:lnSpc>
                <a:spcPct val="170000"/>
              </a:lnSpc>
            </a:pPr>
            <a:r>
              <a:rPr lang="en-IN" sz="2000" dirty="0"/>
              <a:t>Manages UI rendering, navigation, state handling, animations, and user input validation.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IN" sz="2000" b="1" dirty="0"/>
              <a:t>🟦 Business Logic Layer (Repository Pattern)</a:t>
            </a:r>
          </a:p>
          <a:p>
            <a:pPr>
              <a:lnSpc>
                <a:spcPct val="170000"/>
              </a:lnSpc>
            </a:pPr>
            <a:r>
              <a:rPr lang="en-IN" sz="2000" dirty="0"/>
              <a:t>Processes user actions, manages Firebase communication, and handles data transformation using coroutines.</a:t>
            </a:r>
          </a:p>
          <a:p>
            <a:pPr>
              <a:lnSpc>
                <a:spcPct val="170000"/>
              </a:lnSpc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500704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FA5EC-582A-B3E2-9322-CB67E802C1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3335" y="1253331"/>
            <a:ext cx="10515600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IN" sz="2000" b="1" dirty="0"/>
              <a:t>🟦 Firebase Backend Layer</a:t>
            </a:r>
          </a:p>
          <a:p>
            <a:pPr>
              <a:lnSpc>
                <a:spcPct val="170000"/>
              </a:lnSpc>
            </a:pPr>
            <a:r>
              <a:rPr lang="en-IN" sz="2000" dirty="0"/>
              <a:t>Provides secure authentication and real-time database services for storing and retrieving application data.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IN" sz="2000" b="1" dirty="0"/>
              <a:t>🟦 Data Flow &amp; AI-Ready Layer</a:t>
            </a:r>
          </a:p>
          <a:p>
            <a:pPr>
              <a:lnSpc>
                <a:spcPct val="170000"/>
              </a:lnSpc>
            </a:pPr>
            <a:r>
              <a:rPr lang="en-IN" sz="2000" dirty="0"/>
              <a:t>Ensures real-time synchronization and structured storage while keeping the system scalable for future AI integration.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IN" sz="2000" b="1" dirty="0"/>
              <a:t>🟦 Output Layer</a:t>
            </a:r>
          </a:p>
          <a:p>
            <a:pPr>
              <a:lnSpc>
                <a:spcPct val="170000"/>
              </a:lnSpc>
            </a:pPr>
            <a:r>
              <a:rPr lang="en-IN" sz="2000" dirty="0"/>
              <a:t>Displays updated puzzle feeds, likes, comments, and user profile data instantly to the user.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830091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727E5-BA48-943A-3362-8CFEDA7B7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accent2"/>
                </a:solidFill>
              </a:rPr>
              <a:t>KEY FEATURES</a:t>
            </a:r>
            <a:endParaRPr lang="en-IN" sz="4000" dirty="0">
              <a:solidFill>
                <a:schemeClr val="accent2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B6960C2-B040-2B9B-FC3E-FCB5CCC157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9136" y="2414325"/>
            <a:ext cx="3381054" cy="3365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Email Authentication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Firestore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Integration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Puzzle Posting System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Like &amp; Comment System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Reply to Comments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Follow / Unfollow Users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Animated Splash Screen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Modern UI Design</a:t>
            </a:r>
          </a:p>
        </p:txBody>
      </p:sp>
    </p:spTree>
    <p:extLst>
      <p:ext uri="{BB962C8B-B14F-4D97-AF65-F5344CB8AC3E}">
        <p14:creationId xmlns:p14="http://schemas.microsoft.com/office/powerpoint/2010/main" val="94555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858B8-99ED-13CF-9C09-4969DA8F3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accent2"/>
                </a:solidFill>
              </a:rPr>
              <a:t>DATABASE STRUCTURE</a:t>
            </a:r>
            <a:endParaRPr lang="en-IN" sz="4000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1B90C-6DB6-B405-416E-1A2794FF3B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Collections:</a:t>
            </a:r>
          </a:p>
          <a:p>
            <a:r>
              <a:rPr lang="en-US" dirty="0"/>
              <a:t>users</a:t>
            </a:r>
          </a:p>
          <a:p>
            <a:r>
              <a:rPr lang="en-US" dirty="0"/>
              <a:t>puzzles</a:t>
            </a:r>
          </a:p>
          <a:p>
            <a:r>
              <a:rPr lang="en-US" dirty="0"/>
              <a:t>comments (subcollection)</a:t>
            </a:r>
          </a:p>
          <a:p>
            <a:r>
              <a:rPr lang="en-US" dirty="0"/>
              <a:t>likes (subcollection)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Data stored in structured, scalable format for real-time updates.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37617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FDB9A-8119-412D-315C-DC1137B8B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accent2"/>
                </a:solidFill>
              </a:rPr>
              <a:t>LEARNING OUTCOMES</a:t>
            </a:r>
            <a:endParaRPr lang="en-IN" sz="4000" dirty="0">
              <a:solidFill>
                <a:schemeClr val="accent2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275D7BE-11B6-A007-04E7-1E5D0FA2A0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93606" y="2299573"/>
            <a:ext cx="5035353" cy="2793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Firebase backend integration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 authentication systems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database handling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Modular Android architecture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 signing &amp; deployment process</a:t>
            </a:r>
          </a:p>
        </p:txBody>
      </p:sp>
    </p:spTree>
    <p:extLst>
      <p:ext uri="{BB962C8B-B14F-4D97-AF65-F5344CB8AC3E}">
        <p14:creationId xmlns:p14="http://schemas.microsoft.com/office/powerpoint/2010/main" val="3527786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72C84-29BB-DDAA-9B7F-EB608B7D4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accent2"/>
                </a:solidFill>
              </a:rPr>
              <a:t>FUTURE ENHANCEMENTS</a:t>
            </a:r>
            <a:endParaRPr lang="en-IN" sz="4000" dirty="0">
              <a:solidFill>
                <a:schemeClr val="accent2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F6BC576-94DA-4968-D4C3-BDCC7C7EED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604373"/>
            <a:ext cx="4608954" cy="2793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AI-based hint generation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Intelligent difficulty analyzer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Push notifications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Google Sign-In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Puzzle recommendation engine</a:t>
            </a:r>
          </a:p>
        </p:txBody>
      </p:sp>
    </p:spTree>
    <p:extLst>
      <p:ext uri="{BB962C8B-B14F-4D97-AF65-F5344CB8AC3E}">
        <p14:creationId xmlns:p14="http://schemas.microsoft.com/office/powerpoint/2010/main" val="32804952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D1325-C2E6-28FC-FA58-4A75E50FB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accent2"/>
                </a:solidFill>
              </a:rPr>
              <a:t>CONCLUSION</a:t>
            </a:r>
            <a:endParaRPr lang="en-IN" sz="4000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C76AA-5A35-141B-AE8C-F1AB60CEA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dirty="0" err="1"/>
              <a:t>RiddleHub</a:t>
            </a:r>
            <a:r>
              <a:rPr lang="en-US" sz="2400" dirty="0"/>
              <a:t> successfully integrates modern Android development with real-time cloud services to create an interactive puzzle-sharing platform. Through Firebase Authentication and </a:t>
            </a:r>
            <a:r>
              <a:rPr lang="en-US" sz="2400" dirty="0" err="1"/>
              <a:t>Firestore</a:t>
            </a:r>
            <a:r>
              <a:rPr lang="en-US" sz="2400" dirty="0"/>
              <a:t>, the app ensures secure user management and seamless data synchronization. 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The project strengthened my understanding of backend integration, scalable architecture, and production-level app deployment. With its modular design and social features, </a:t>
            </a:r>
            <a:r>
              <a:rPr lang="en-US" sz="2400" dirty="0" err="1"/>
              <a:t>RiddleHub</a:t>
            </a:r>
            <a:r>
              <a:rPr lang="en-US" sz="2400" dirty="0"/>
              <a:t> is well-positioned for future enhancements such as AI-driven hints and intelligent puzzle recommendations.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0226750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7EB8D-597F-69BD-CEE2-A73A94D5C4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8484" y="2946503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000" dirty="0"/>
              <a:t>Thank you</a:t>
            </a:r>
            <a:endParaRPr lang="en-IN" sz="6000" dirty="0"/>
          </a:p>
        </p:txBody>
      </p:sp>
    </p:spTree>
    <p:extLst>
      <p:ext uri="{BB962C8B-B14F-4D97-AF65-F5344CB8AC3E}">
        <p14:creationId xmlns:p14="http://schemas.microsoft.com/office/powerpoint/2010/main" val="3694213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497</Words>
  <Application>Microsoft Office PowerPoint</Application>
  <PresentationFormat>Widescreen</PresentationFormat>
  <Paragraphs>95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🧠 RiddleHub – Social Puzzle Platform Android App with Firebase Integration</vt:lpstr>
      <vt:lpstr>INTRODUCTION</vt:lpstr>
      <vt:lpstr>PROBLEM STATEMENT</vt:lpstr>
      <vt:lpstr>PROPOSED SOLUTION</vt:lpstr>
      <vt:lpstr>SOFTWARE REQUIREMENTS</vt:lpstr>
      <vt:lpstr>HARDWARE REQUIREMENTS</vt:lpstr>
      <vt:lpstr>SYSTEM ARCHITECTURE</vt:lpstr>
      <vt:lpstr>PowerPoint Presentation</vt:lpstr>
      <vt:lpstr>PowerPoint Presentation</vt:lpstr>
      <vt:lpstr>KEY FEATURES</vt:lpstr>
      <vt:lpstr>DATABASE STRUCTURE</vt:lpstr>
      <vt:lpstr>LEARNING OUTCOMES</vt:lpstr>
      <vt:lpstr>FUTURE ENHANCEMENTS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Sarweshwar Buddolla</dc:creator>
  <cp:lastModifiedBy>Sarweshwar Buddolla</cp:lastModifiedBy>
  <cp:revision>1</cp:revision>
  <dcterms:created xsi:type="dcterms:W3CDTF">2026-02-19T12:58:40Z</dcterms:created>
  <dcterms:modified xsi:type="dcterms:W3CDTF">2026-02-19T12:59:13Z</dcterms:modified>
</cp:coreProperties>
</file>